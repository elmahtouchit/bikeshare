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3" name="Shape 1"/>
          <p:cNvSpPr/>
          <p:nvPr/>
        </p:nvSpPr>
        <p:spPr>
          <a:xfrm>
            <a:off x="3529584" y="137160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EEE3"/>
            </a:solidFill>
            <a:prstDash val="solid"/>
          </a:ln>
        </p:spPr>
      </p:sp>
      <p:pic>
        <p:nvPicPr>
          <p:cNvPr id="4" name="Image 0" descr="/tmp/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691640"/>
            <a:ext cx="4507992" cy="1362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6576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Charte Graphique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EE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Plateforme de location de vélos entre particuliers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2A15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Tarik EL MAHTOUCHI – BikeShare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Logo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73152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83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version principale (fond clair)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6" name="Image 0" descr="/tmp/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4572000" cy="1380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83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 fond teinté (choix secondaire)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E6EEE3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9" name="Image 1" descr="/tmp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86000"/>
            <a:ext cx="4572000" cy="1380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38912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logo associe un pictogramme de vélo, le mot-symbole « BikeShare » et la signature « Plateforme de location de vélos ». Il s'emploie de préférence sur fond clair pour préserver la lisibilité du vert de la marque.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Tarik EL MAHTOUCHI – BikeShare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2A1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Logo — Dimensions &amp; zone de protection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73152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6400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5" name="Image 0" descr="/tmp/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377440"/>
            <a:ext cx="4937760" cy="1490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80160" y="4114800"/>
            <a:ext cx="4937760" cy="0"/>
          </a:xfrm>
          <a:prstGeom prst="line">
            <a:avLst/>
          </a:prstGeom>
          <a:noFill/>
          <a:ln w="19050">
            <a:solidFill>
              <a:srgbClr val="72A153"/>
            </a:solidFill>
            <a:prstDash val="solid"/>
            <a:headEnd type="triangl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128016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34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largeur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005840" y="2377440"/>
            <a:ext cx="0" cy="1490472"/>
          </a:xfrm>
          <a:prstGeom prst="line">
            <a:avLst/>
          </a:prstGeom>
          <a:noFill/>
          <a:ln w="19050">
            <a:solidFill>
              <a:srgbClr val="72A153"/>
            </a:solidFill>
            <a:prstDash val="solid"/>
            <a:headEnd type="triangl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7315200" y="155448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Ratio de proportion 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≈ 3,3 : 1 (fixe).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Taille minimale 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180 × 54 px à l'écran.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Zone de protection 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marge libre ≥ hauteur du pictogramme tout autour.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Interdits 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 pas déformer, recolorer, ni ajouter d'ombre.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Tarik EL MAHTOUCHI – BikeShare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2A1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Couleurs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73152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83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Primaire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72A153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#72A153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Vert BikeShare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Couleur de marque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5A8341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#5A8341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Vert foncé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Survols / accents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1783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E6EEE3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#E6EEE3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Vert clair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Fonds / aplats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83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Secondaire &amp; neutres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2E3A2A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94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#2E3A2A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Encre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Texte / nav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43434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9EABB3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5394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#9EABB3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4480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5943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Texte secondaire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52160" y="43434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7FAF5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5394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#F7FAF5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0" y="4480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Fond clair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5943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Arrière-plan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503920" y="43434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5394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#FFFFFF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03920" y="4480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Blanc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03920" y="5943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Cartes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Tarik EL MAHTOUCHI – BikeShare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2A1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Typographie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73152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2A1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Pour les titres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Aa Bb Cc Dd Ee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 · Regular · Medium · Bold
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0123456789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600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2A15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Nunito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Pour le texte courant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65176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Aa Bb Cc Dd Ee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Regular · Italic · SemiBold · Bold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vélo idéal près de chez vous.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Tarik EL MAHTOUCHI – BikeShare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2A1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Icônes &amp; Boutons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73152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83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Styles de boutons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72A1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Réserver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82880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2E3A2A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 compte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828800"/>
            <a:ext cx="2377440" cy="640080"/>
          </a:xfrm>
          <a:prstGeom prst="roundRect">
            <a:avLst>
              <a:gd name="adj" fmla="val 50000"/>
            </a:avLst>
          </a:prstGeom>
          <a:ln w="19050">
            <a:solidFill>
              <a:srgbClr val="72A1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828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83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savoir 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Primaire (CTA)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Foncé / secondaire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Contour (tertiaire)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83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Style dégradé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2377440" cy="640080"/>
          </a:xfrm>
          <a:prstGeom prst="roundRect">
            <a:avLst>
              <a:gd name="adj" fmla="val 50000"/>
            </a:avLst>
          </a:prstGeom>
          <a:ln/>
        </p:spPr>
      </p:sp>
      <p:sp>
        <p:nvSpPr>
          <p:cNvPr id="16" name="Text 14"/>
          <p:cNvSpPr/>
          <p:nvPr/>
        </p:nvSpPr>
        <p:spPr>
          <a:xfrm>
            <a:off x="548640" y="3611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Louez votre vélo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83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Pastilles &amp; badges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72A153"/>
          </a:solidFill>
          <a:ln w="6350">
            <a:solidFill>
              <a:srgbClr val="D8E0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Électrique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49377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6EEE3"/>
          </a:solidFill>
          <a:ln w="6350">
            <a:solidFill>
              <a:srgbClr val="D8E0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3A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VTT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49377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6EEE3"/>
          </a:solidFill>
          <a:ln w="6350">
            <a:solidFill>
              <a:srgbClr val="D8E0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834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Confirmée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49377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E3A2A"/>
          </a:solidFill>
          <a:ln w="6350">
            <a:solidFill>
              <a:srgbClr val="D8E0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★ 4,8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Tarik EL MAHTOUCHI – BikeShare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2A1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Maquette — Accueil &amp; recherche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914400" cy="64008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4" name="Shape 2"/>
          <p:cNvSpPr/>
          <p:nvPr/>
        </p:nvSpPr>
        <p:spPr>
          <a:xfrm>
            <a:off x="2756916" y="1188720"/>
            <a:ext cx="66751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9050">
            <a:solidFill>
              <a:srgbClr val="72A153"/>
            </a:solidFill>
            <a:prstDash val="solid"/>
          </a:ln>
        </p:spPr>
      </p:sp>
      <p:pic>
        <p:nvPicPr>
          <p:cNvPr id="5" name="Image 0" descr="/tmp/shots/home_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8356" y="1280160"/>
            <a:ext cx="649224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Tarik EL MAHTOUCHI – BikeShare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2A1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Maquette — Liste &amp; fiche d'un vélo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914400" cy="64008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4" name="Shape 2"/>
          <p:cNvSpPr/>
          <p:nvPr/>
        </p:nvSpPr>
        <p:spPr>
          <a:xfrm>
            <a:off x="2528316" y="1188720"/>
            <a:ext cx="713232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9050">
            <a:solidFill>
              <a:srgbClr val="72A153"/>
            </a:solidFill>
            <a:prstDash val="solid"/>
          </a:ln>
        </p:spPr>
      </p:sp>
      <p:pic>
        <p:nvPicPr>
          <p:cNvPr id="5" name="Image 0" descr="/tmp/shots/detail_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9756" y="1280160"/>
            <a:ext cx="694944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Tarik EL MAHTOUCHI – BikeShare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2A1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Maquette — Tableau de bord membre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914400" cy="64008"/>
          </a:xfrm>
          <a:prstGeom prst="rect">
            <a:avLst/>
          </a:prstGeom>
          <a:solidFill>
            <a:srgbClr val="72A153"/>
          </a:solidFill>
          <a:ln/>
        </p:spPr>
      </p:sp>
      <p:sp>
        <p:nvSpPr>
          <p:cNvPr id="4" name="Shape 2"/>
          <p:cNvSpPr/>
          <p:nvPr/>
        </p:nvSpPr>
        <p:spPr>
          <a:xfrm>
            <a:off x="1613916" y="1188720"/>
            <a:ext cx="8961120" cy="5367528"/>
          </a:xfrm>
          <a:prstGeom prst="roundRect">
            <a:avLst>
              <a:gd name="adj" fmla="val 1363"/>
            </a:avLst>
          </a:prstGeom>
          <a:solidFill>
            <a:srgbClr val="FFFFFF"/>
          </a:solidFill>
          <a:ln w="19050">
            <a:solidFill>
              <a:srgbClr val="72A153"/>
            </a:solidFill>
            <a:prstDash val="solid"/>
          </a:ln>
        </p:spPr>
      </p:sp>
      <p:pic>
        <p:nvPicPr>
          <p:cNvPr id="5" name="Image 0" descr="/tmp/shots/dash_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51846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EABB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Tarik EL MAHTOUCHI – BikeShare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2A1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2026-06-02T12:11:35Z</dcterms:created>
  <dcterms:modified xsi:type="dcterms:W3CDTF">2026-06-02T12:11:35Z</dcterms:modified>
</cp:coreProperties>
</file>