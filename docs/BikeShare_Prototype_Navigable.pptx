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2.xml"/><Relationship Id="rId1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3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6.xml"/><Relationship Id="rId1" Type="http://schemas.openxmlformats.org/officeDocument/2006/relationships/image" Target="../media/image-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5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7.xml"/><Relationship Id="rId1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7.xml"/><Relationship Id="rId1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Accueil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5566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▶ Cliquez sur les boutons (Rechercher, carte, Réserver, Se connecter…) pour naviguer</a:t>
            </a:r>
            <a:endParaRPr lang="en-US" sz="1000" dirty="0"/>
          </a:p>
        </p:txBody>
      </p:sp>
      <p:pic>
        <p:nvPicPr>
          <p:cNvPr id="5" name="Image 0" descr="/tmp/shots/home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566928"/>
            <a:ext cx="8046720" cy="6000944"/>
          </a:xfrm>
          <a:prstGeom prst="rect">
            <a:avLst/>
          </a:prstGeom>
        </p:spPr>
      </p:pic>
      <p:sp>
        <p:nvSpPr>
          <p:cNvPr id="6" name="Shape 3">
            <a:hlinkClick r:id="rId2" tooltip="Accueil" action="ppaction://hlinksldjump"/>
          </p:cNvPr>
          <p:cNvSpPr/>
          <p:nvPr/>
        </p:nvSpPr>
        <p:spPr>
          <a:xfrm>
            <a:off x="2343886" y="662398"/>
            <a:ext cx="1022888" cy="2591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>
            <a:hlinkClick r:id="rId3" tooltip="Se connecter" action="ppaction://hlinksldjump"/>
          </p:cNvPr>
          <p:cNvSpPr/>
          <p:nvPr/>
        </p:nvSpPr>
        <p:spPr>
          <a:xfrm>
            <a:off x="8999478" y="676036"/>
            <a:ext cx="825130" cy="22503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>
            <a:hlinkClick r:id="rId4" tooltip="Rechercher → résultats" action="ppaction://hlinksldjump"/>
          </p:cNvPr>
          <p:cNvSpPr/>
          <p:nvPr/>
        </p:nvSpPr>
        <p:spPr>
          <a:xfrm>
            <a:off x="2452994" y="4385710"/>
            <a:ext cx="941057" cy="2659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Résultats de recherche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5566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▶ Cliquez sur les boutons (Rechercher, carte, Réserver, Se connecter…) pour naviguer</a:t>
            </a:r>
            <a:endParaRPr lang="en-US" sz="1000" dirty="0"/>
          </a:p>
        </p:txBody>
      </p:sp>
      <p:pic>
        <p:nvPicPr>
          <p:cNvPr id="5" name="Image 0" descr="/tmp/shots/res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566928"/>
            <a:ext cx="8046720" cy="6137329"/>
          </a:xfrm>
          <a:prstGeom prst="rect">
            <a:avLst/>
          </a:prstGeom>
        </p:spPr>
      </p:pic>
      <p:sp>
        <p:nvSpPr>
          <p:cNvPr id="6" name="Shape 3">
            <a:hlinkClick r:id="rId2" tooltip="Accueil" action="ppaction://hlinksldjump"/>
          </p:cNvPr>
          <p:cNvSpPr/>
          <p:nvPr/>
        </p:nvSpPr>
        <p:spPr>
          <a:xfrm>
            <a:off x="2343886" y="662398"/>
            <a:ext cx="1022888" cy="2591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>
            <a:hlinkClick r:id="rId3" tooltip="Se connecter" action="ppaction://hlinksldjump"/>
          </p:cNvPr>
          <p:cNvSpPr/>
          <p:nvPr/>
        </p:nvSpPr>
        <p:spPr>
          <a:xfrm>
            <a:off x="8999478" y="676036"/>
            <a:ext cx="825130" cy="22503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>
            <a:hlinkClick r:id="rId4" tooltip="Voir la fiche du vélo" action="ppaction://hlinksldjump"/>
          </p:cNvPr>
          <p:cNvSpPr/>
          <p:nvPr/>
        </p:nvSpPr>
        <p:spPr>
          <a:xfrm>
            <a:off x="2343886" y="4849420"/>
            <a:ext cx="7501180" cy="170481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Fiche du vélo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5566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▶ Cliquez sur les boutons (Rechercher, carte, Réserver, Se connecter…) pour naviguer</a:t>
            </a:r>
            <a:endParaRPr lang="en-US" sz="1000" dirty="0"/>
          </a:p>
        </p:txBody>
      </p:sp>
      <p:pic>
        <p:nvPicPr>
          <p:cNvPr id="5" name="Image 0" descr="/tmp/shots/detail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566928"/>
            <a:ext cx="8046720" cy="5864559"/>
          </a:xfrm>
          <a:prstGeom prst="rect">
            <a:avLst/>
          </a:prstGeom>
        </p:spPr>
      </p:pic>
      <p:sp>
        <p:nvSpPr>
          <p:cNvPr id="6" name="Shape 3">
            <a:hlinkClick r:id="rId2" tooltip="Accueil" action="ppaction://hlinksldjump"/>
          </p:cNvPr>
          <p:cNvSpPr/>
          <p:nvPr/>
        </p:nvSpPr>
        <p:spPr>
          <a:xfrm>
            <a:off x="2343886" y="662398"/>
            <a:ext cx="1022888" cy="2591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>
            <a:hlinkClick r:id="rId3" tooltip="Se connecter" action="ppaction://hlinksldjump"/>
          </p:cNvPr>
          <p:cNvSpPr/>
          <p:nvPr/>
        </p:nvSpPr>
        <p:spPr>
          <a:xfrm>
            <a:off x="8999478" y="676036"/>
            <a:ext cx="825130" cy="22503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>
            <a:hlinkClick r:id="rId4" tooltip="Réserver → confirmation" action="ppaction://hlinksldjump"/>
          </p:cNvPr>
          <p:cNvSpPr/>
          <p:nvPr/>
        </p:nvSpPr>
        <p:spPr>
          <a:xfrm>
            <a:off x="7223760" y="553212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72A153"/>
          </a:solidFill>
          <a:ln/>
        </p:spPr>
      </p:sp>
      <p:sp>
        <p:nvSpPr>
          <p:cNvPr id="9" name="Text 6">
            <a:hlinkClick r:id="rId5" tooltip="" action="ppaction://hlinksldjump"/>
          </p:cNvPr>
          <p:cNvSpPr/>
          <p:nvPr/>
        </p:nvSpPr>
        <p:spPr>
          <a:xfrm>
            <a:off x="7223760" y="5532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Réserver ce vélo  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Connexion / Inscription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5566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▶ Cliquez sur les boutons (Rechercher, carte, Réserver, Se connecter…) pour naviguer</a:t>
            </a:r>
            <a:endParaRPr lang="en-US" sz="1000" dirty="0"/>
          </a:p>
        </p:txBody>
      </p:sp>
      <p:pic>
        <p:nvPicPr>
          <p:cNvPr id="5" name="Image 0" descr="/tmp/shots/login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566928"/>
            <a:ext cx="8046720" cy="5182633"/>
          </a:xfrm>
          <a:prstGeom prst="rect">
            <a:avLst/>
          </a:prstGeom>
        </p:spPr>
      </p:pic>
      <p:sp>
        <p:nvSpPr>
          <p:cNvPr id="6" name="Shape 3">
            <a:hlinkClick r:id="rId2" tooltip="Accueil" action="ppaction://hlinksldjump"/>
          </p:cNvPr>
          <p:cNvSpPr/>
          <p:nvPr/>
        </p:nvSpPr>
        <p:spPr>
          <a:xfrm>
            <a:off x="2343886" y="662398"/>
            <a:ext cx="1022888" cy="2591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>
            <a:hlinkClick r:id="rId3" tooltip="Se connecter (champs vides) → erreur" action="ppaction://hlinksldjump"/>
          </p:cNvPr>
          <p:cNvSpPr/>
          <p:nvPr/>
        </p:nvSpPr>
        <p:spPr>
          <a:xfrm>
            <a:off x="2487091" y="3703785"/>
            <a:ext cx="2393558" cy="2659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tmp/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10896"/>
            <a:ext cx="1700784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78408"/>
            <a:ext cx="12188952" cy="18288"/>
          </a:xfrm>
          <a:prstGeom prst="rect">
            <a:avLst/>
          </a:prstGeom>
          <a:solidFill>
            <a:srgbClr val="D8E0D2"/>
          </a:solidFill>
          <a:ln/>
        </p:spPr>
      </p:sp>
      <p:sp>
        <p:nvSpPr>
          <p:cNvPr id="6" name="Shape 3">
            <a:hlinkClick r:id="rId2" tooltip="" action="ppaction://hlinksldjump"/>
          </p:cNvPr>
          <p:cNvSpPr/>
          <p:nvPr/>
        </p:nvSpPr>
        <p:spPr>
          <a:xfrm>
            <a:off x="365760" y="310896"/>
            <a:ext cx="1737360" cy="51206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Page d'erreur — champs obligatoires manquants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0" y="1828800"/>
            <a:ext cx="3959352" cy="4023360"/>
          </a:xfrm>
          <a:prstGeom prst="roundRect">
            <a:avLst>
              <a:gd name="adj" fmla="val 230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6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Connexion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80560" y="2606040"/>
            <a:ext cx="3227832" cy="457200"/>
          </a:xfrm>
          <a:prstGeom prst="roundRect">
            <a:avLst>
              <a:gd name="adj" fmla="val 12000"/>
            </a:avLst>
          </a:prstGeom>
          <a:solidFill>
            <a:srgbClr val="FBE3E3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26060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Veuillez remplir tous les champs obligatoires.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8056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E-mail *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3474720"/>
            <a:ext cx="3227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3931920"/>
            <a:ext cx="3227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45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 champ est obligatoire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48056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Mot de passe *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4526280"/>
            <a:ext cx="3227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4983480"/>
            <a:ext cx="3227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45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 champ est obligatoire</a:t>
            </a:r>
            <a:endParaRPr lang="en-US" sz="900" dirty="0"/>
          </a:p>
        </p:txBody>
      </p:sp>
      <p:sp>
        <p:nvSpPr>
          <p:cNvPr id="18" name="Shape 15">
            <a:hlinkClick r:id="rId3" tooltip="Se connecter (corrigé) → profil" action="ppaction://hlinksldjump"/>
          </p:cNvPr>
          <p:cNvSpPr/>
          <p:nvPr/>
        </p:nvSpPr>
        <p:spPr>
          <a:xfrm>
            <a:off x="4480560" y="5349240"/>
            <a:ext cx="3227832" cy="411480"/>
          </a:xfrm>
          <a:prstGeom prst="roundRect">
            <a:avLst>
              <a:gd name="adj" fmla="val 48889"/>
            </a:avLst>
          </a:prstGeom>
          <a:solidFill>
            <a:srgbClr val="72A153"/>
          </a:solidFill>
          <a:ln/>
        </p:spPr>
      </p:sp>
      <p:sp>
        <p:nvSpPr>
          <p:cNvPr id="19" name="Text 16">
            <a:hlinkClick r:id="rId4" tooltip="" action="ppaction://hlinksldjump"/>
          </p:cNvPr>
          <p:cNvSpPr/>
          <p:nvPr/>
        </p:nvSpPr>
        <p:spPr>
          <a:xfrm>
            <a:off x="4480560" y="5349240"/>
            <a:ext cx="3227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connecter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74320" y="61264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Une fois les champs remplis, le clic mène au profil.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tmp/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10896"/>
            <a:ext cx="1700784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78408"/>
            <a:ext cx="12188952" cy="18288"/>
          </a:xfrm>
          <a:prstGeom prst="rect">
            <a:avLst/>
          </a:prstGeom>
          <a:solidFill>
            <a:srgbClr val="D8E0D2"/>
          </a:solidFill>
          <a:ln/>
        </p:spPr>
      </p:sp>
      <p:sp>
        <p:nvSpPr>
          <p:cNvPr id="6" name="Shape 3">
            <a:hlinkClick r:id="rId2" tooltip="" action="ppaction://hlinksldjump"/>
          </p:cNvPr>
          <p:cNvSpPr/>
          <p:nvPr/>
        </p:nvSpPr>
        <p:spPr>
          <a:xfrm>
            <a:off x="365760" y="310896"/>
            <a:ext cx="1737360" cy="51206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346704" y="17373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32704" y="2057400"/>
            <a:ext cx="914400" cy="914400"/>
          </a:xfrm>
          <a:prstGeom prst="ellipse">
            <a:avLst/>
          </a:prstGeom>
          <a:solidFill>
            <a:srgbClr val="E6EEE3"/>
          </a:solidFill>
          <a:ln/>
        </p:spPr>
      </p:sp>
      <p:sp>
        <p:nvSpPr>
          <p:cNvPr id="9" name="Text 6"/>
          <p:cNvSpPr/>
          <p:nvPr/>
        </p:nvSpPr>
        <p:spPr>
          <a:xfrm>
            <a:off x="5632704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529584" y="3154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Réservation confirmée !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21024" y="36576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Votre réservation du Cube Aim Pro (12 → 14 juin) est confirmée.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e-mail récapitulatif vous a été envoyé.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03904" y="443484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7FAF5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03904" y="4434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Total payé : </a:t>
            </a:r>
            <a:pPr algn="ctr" indent="0" marL="0">
              <a:buNone/>
            </a:pPr>
            <a:r>
              <a:rPr lang="en-US" sz="1200" b="1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33 €</a:t>
            </a:r>
            <a:pPr algn="ctr" indent="0" marL="0">
              <a:buNone/>
            </a:pPr>
            <a:r>
              <a:rPr lang="en-US" sz="1200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  N° : </a:t>
            </a:r>
            <a:pPr algn="ctr" indent="0" marL="0">
              <a:buNone/>
            </a:pPr>
            <a:r>
              <a:rPr lang="en-US" sz="1200" b="1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BK-10427</a:t>
            </a:r>
            <a:endParaRPr lang="en-US" sz="1200" dirty="0"/>
          </a:p>
        </p:txBody>
      </p:sp>
      <p:sp>
        <p:nvSpPr>
          <p:cNvPr id="14" name="Shape 11">
            <a:hlinkClick r:id="rId3" tooltip="Voir mes réservations" action="ppaction://hlinksldjump"/>
          </p:cNvPr>
          <p:cNvSpPr/>
          <p:nvPr/>
        </p:nvSpPr>
        <p:spPr>
          <a:xfrm>
            <a:off x="4718304" y="5212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72A153"/>
          </a:solidFill>
          <a:ln/>
        </p:spPr>
      </p:sp>
      <p:sp>
        <p:nvSpPr>
          <p:cNvPr id="15" name="Text 12">
            <a:hlinkClick r:id="rId4" tooltip="" action="ppaction://hlinksldjump"/>
          </p:cNvPr>
          <p:cNvSpPr/>
          <p:nvPr/>
        </p:nvSpPr>
        <p:spPr>
          <a:xfrm>
            <a:off x="4718304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mes réservations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4320" y="64556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·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· Profil / Tableau de bord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5566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▶ Cliquez sur les boutons (Rechercher, carte, Réserver, Se connecter…) pour naviguer</a:t>
            </a:r>
            <a:endParaRPr lang="en-US" sz="1000" dirty="0"/>
          </a:p>
        </p:txBody>
      </p:sp>
      <p:pic>
        <p:nvPicPr>
          <p:cNvPr id="5" name="Image 0" descr="/tmp/shots/dash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566928"/>
            <a:ext cx="8046720" cy="4780297"/>
          </a:xfrm>
          <a:prstGeom prst="rect">
            <a:avLst/>
          </a:prstGeom>
        </p:spPr>
      </p:pic>
      <p:sp>
        <p:nvSpPr>
          <p:cNvPr id="6" name="Shape 3">
            <a:hlinkClick r:id="rId2" tooltip="Accueil" action="ppaction://hlinksldjump"/>
          </p:cNvPr>
          <p:cNvSpPr/>
          <p:nvPr/>
        </p:nvSpPr>
        <p:spPr>
          <a:xfrm>
            <a:off x="2343886" y="662398"/>
            <a:ext cx="1022888" cy="2591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2026-06-02T12:47:21Z</dcterms:created>
  <dcterms:modified xsi:type="dcterms:W3CDTF">2026-06-02T12:47:21Z</dcterms:modified>
</cp:coreProperties>
</file>